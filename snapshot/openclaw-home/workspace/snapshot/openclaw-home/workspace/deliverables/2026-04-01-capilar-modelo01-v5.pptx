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EMAGRECER SEM
PERDER CABELO?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Sim — quando o processo respeita nutrientes, hormônios e velocidade de resposta.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A QUEDA NÃO
SURGE DO 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Proteína baixa, ferritina, estresse e velocidade excessiva podem cobrar no fio.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Quando o emagrecimento vira agressão metabólica, o cabelo costuma ser um dos primeiros lugares a mostrar o custo biológico.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Referência editorial: eflúvio telógeno e estresse metabólico.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NO VITAL SLIM
OLHAMOS A CAUSA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O foco não é esconder a queda. É corrigir o terreno que levou a 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Isso passa por exames, ajuste nutricional, revisão de estratégia e velocidade adequada para o seu caso.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Educação médica com abordagem integrada.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O OBJETIVO É
EMAGRECER BEM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Resultado bonito é aquele que melhora corpo, energia e autoestima ao mesmo tempo.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Emagrecer bem é preservar massa, micronutrientes e confiança — sem transformar o processo em uma conta cara para o cabelo.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Peça editorial com linguagem acessível.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626262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-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141414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626262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32918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Mapeio exames e história clínica antes de acelerar o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Corrijo proteína, ferro, vitaminas e sinais de carência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Revejo a estratégia para emagrecer sem sacrificar saúde capilar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92624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Monitoro sintomas, composição corporal e resposta do fio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05856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Personalizo o ritmo de acordo com cada paciente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EMAGRECER E
PRESERVAR OS FIOS.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É possível quando existe diagnóstico, estratégia e acompanhamento.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132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2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7498079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10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