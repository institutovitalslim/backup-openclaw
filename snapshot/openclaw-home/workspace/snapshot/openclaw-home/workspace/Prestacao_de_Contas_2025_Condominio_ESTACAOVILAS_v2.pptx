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Prestação de Contas 2025 — Condomínio Estação Vilas Shopping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Síndico: Tiaro F. Neves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Receita total: R$ 790,189.66</a:t>
            </a:r>
          </a:p>
          <a:p>
            <a:r>
              <a:t>Despesa total: R$ 712,867.08</a:t>
            </a:r>
          </a:p>
          <a:p>
            <a:r>
              <a:t>Superávit do período: R$ 77,322.58</a:t>
            </a:r>
          </a:p>
          <a:p>
            <a:r>
              <a:t>Saldo final em 31/12/2025: R$ 95,208.46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Mensal (Resumo)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16523">
                <a:tc>
                  <a:txBody>
                    <a:bodyPr/>
                    <a:lstStyle/>
                    <a:p>
                      <a:r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Saldo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Receitas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Despesas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Mov. Líquido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Saldo Final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Jan/2025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R$ 17,885.88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R$ 49,245.57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R$ 55,846.41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-6,600.84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R$ 11,285.04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Feb/2025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R$ 11,285.04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R$ 56,166.28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R$ 54,681.12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R$ 1,485.16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R$ 12,770.20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Mar/2025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R$ 12,770.20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R$ 47,441.01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R$ 56,504.15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-9,063.14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R$ 3,707.06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Apr/2025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R$ 3,707.06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R$ 62,433.97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R$ 52,576.96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R$ 9,857.01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R$ 13,564.07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May/2025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R$ 13,564.07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R$ 78,160.32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R$ 54,705.58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R$ 23,454.74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R$ 37,018.81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Jun/2025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R$ 37,018.81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R$ 81,269.62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R$ 58,276.46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R$ 22,993.16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R$ 60,011.97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Jul/2025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R$ 60,011.97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R$ 84,973.26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R$ 67,468.09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R$ 17,505.17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R$ 77,517.14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Aug/2025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R$ 77,517.14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R$ 75,911.72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R$ 59,776.87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R$ 16,134.85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R$ 93,651.99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Sep/2025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R$ 93,651.99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R$ 66,794.39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R$ 71,238.78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-4,444.39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R$ 89,207.60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Oct/2025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R$ 89,207.60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R$ 63,382.85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R$ 61,284.66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R$ 2,098.19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R$ 91,305.79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Nov/2025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R$ 91,305.79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R$ 59,190.49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R$ 55,571.16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R$ 3,619.33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R$ 94,925.12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r>
                        <a:t>Dec/2025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R$ 94,925.12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R$ 65,220.18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R$ 64,936.84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R$ 283.34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R$ 95,208.46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Movimento Líquido Mensal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Visualizar variação mês a mês: destacar déficits em Jan/Mar/Sep e meses fortes em Mai–Jul.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Composição das Receitas (principais itens)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Taxa de Condomínio: R$ 608.484,60 (maior parcela)</a:t>
            </a:r>
          </a:p>
          <a:p>
            <a:r>
              <a:t>Taxa Extra: R$ 75.701,96</a:t>
            </a:r>
          </a:p>
          <a:p>
            <a:r>
              <a:t>Acordos: R$ 73.344,14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Composição das Despesas (Top categorias)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Despesas Diversas: R$ 450,478.02</a:t>
            </a:r>
          </a:p>
          <a:p>
            <a:r>
              <a:t>Tarifas Públicas: R$ 141,522.00</a:t>
            </a:r>
          </a:p>
          <a:p>
            <a:r>
              <a:t>Manutenção e Conservação: R$ 95,377.43</a:t>
            </a:r>
          </a:p>
          <a:p>
            <a:r>
              <a:t>Despesas com Imobilizado: R$ 17,249.71</a:t>
            </a:r>
          </a:p>
          <a:p>
            <a:r>
              <a:t>Despesas Financeiras: R$ 8,239.92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Detalhe — Despesas Diversas (maiores subitens)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Locação de Mão de Obra: R$ 331.117,60</a:t>
            </a:r>
          </a:p>
          <a:p>
            <a:r>
              <a:t>Honorários Administrativos: R$ 65.993,16</a:t>
            </a:r>
          </a:p>
          <a:p>
            <a:r>
              <a:t>Honorário Jurídico: R$ 23.033,42</a:t>
            </a:r>
          </a:p>
          <a:p>
            <a:r>
              <a:t>Material de Limpeza: R$ 15.620,58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Informações Adicionais — Trabalhos Executados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TRABALHOS EXECUTADOS PELA GESTÃO ATUAL</a:t>
            </a:r>
          </a:p>
          <a:p>
            <a:r>
              <a:t>1. Correção e instalação de novas câmeras do sistema de CFTV (36)</a:t>
            </a:r>
          </a:p>
          <a:p>
            <a:r>
              <a:t>2. Substituição de dispensers por inox (papel-toalha, papel higiênico, sabonete)</a:t>
            </a:r>
          </a:p>
          <a:p>
            <a:r>
              <a:t>3. Reparo de infiltração no 3º andar (parede)</a:t>
            </a:r>
          </a:p>
          <a:p>
            <a:r>
              <a:t>4. Reparo e manutenção do telhado</a:t>
            </a:r>
          </a:p>
          <a:p>
            <a:r>
              <a:t>5. Decoração de Natal (luzes)</a:t>
            </a:r>
          </a:p>
          <a:p>
            <a:r>
              <a:t>6. Evento Dia da Mulher com participação de lojistas</a:t>
            </a:r>
          </a:p>
          <a:p>
            <a:r>
              <a:t>7. Aprovação da pintura de estacionamentos</a:t>
            </a:r>
          </a:p>
          <a:p>
            <a:r>
              <a:t>8. Aquisição de lavadora a jato para limpeza de áreas comuns</a:t>
            </a:r>
          </a:p>
          <a:p>
            <a:r>
              <a:t>9. Aprovação do novo projeto do AVCB e reparos de hidrante e bombas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Anexos e Dados Brutos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Tabela completa mensal e PDF original disponível.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Receitas vs Despesas (Gráfico)</a:t>
            </a:r>
          </a:p>
        </p:txBody>
      </p:sp>
      <p:pic>
        <p:nvPicPr>
          <p:cNvPr id="3" name="Picture 2" descr="chart_receitas_despe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Movimento Líquido Mensal</a:t>
            </a:r>
          </a:p>
        </p:txBody>
      </p:sp>
      <p:pic>
        <p:nvPicPr>
          <p:cNvPr id="3" name="Picture 2" descr="chart_movimento_liqu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30998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Composição das Despesas (Top 5)</a:t>
            </a:r>
          </a:p>
        </p:txBody>
      </p:sp>
      <p:pic>
        <p:nvPicPr>
          <p:cNvPr id="3" name="Picture 2" descr="chart_despesa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